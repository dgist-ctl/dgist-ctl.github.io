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102" y="26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76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STAR-MOOC의 지속 가능한 운영을 위한 세 가지 방향을 5분간 제안드리겠습니다.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의미 있는 플랫폼이지만 지속 가능성을 위해 규격과 방식을 유연화할 때입니다.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새로 촬영하지 않아도 기존 특강·세미나 영상으로 강좌 수를 꾸준히 늘릴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주제별로 여러 대학 강좌를 묶어 제공하면 단일 기관 채널과 차별화됩니다.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튜터 같은 고비용 기능 없이도 학습 확인과 수료증 발급을 자동화할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3개(이수 인증, 학습 경로, 학내 교과 연계)를 중심으로 짚겠습니다.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작게 시작해서 함께 개선하는 방식으로 지속 가능한 STAR-MOOC을 만들어 가길 제안드립니다.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강좌 운영 방안과 미래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E3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시작하고, 함께 키우는 STAR-MOOC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STAR-MOOC 워크숍  |  KAIST |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현황과 문제의식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8F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STAR-MOOC: 4개 과기특성화대 + POSTECH + UST 공동 운영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개발 부담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강좌 1개 개발에 드는 </a:t>
            </a:r>
            <a:r>
              <a:rPr lang="en-US" sz="1300" dirty="0" err="1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r>
              <a:rPr lang="en-US" sz="13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3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노력</a:t>
            </a:r>
            <a:r>
              <a:rPr lang="en-US" sz="13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커서 신규 강좌 확보가 더딤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6시간 규격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05740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 6시간 + 수료증 방식이 수강 진입장벽으로 작용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600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활용 경로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0574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 이후 학습 연계·활용 경로가 약함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F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이제는 강좌의 규격과 운영 방식을 유연하게 바꿔볼 시점입니다.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① 꾸준한 강좌 공급 체계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8F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기관별 연 1과목 이상 신규·개편 강좌 업로드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18288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분량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B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 MOOC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B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6시간 내외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B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방식 유지, 체계적 학습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B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단기 강좌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B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1~3시간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B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특정 주제 집중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B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특강형 콘텐츠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B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30분~1시간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B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초청 강연·세미나·연구 소개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F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보유한 학내 공개 특강·세미나 영상을 재편집해 개발 부담 최소화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② STAR-MOOC 유튜브 채널 재활성화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8F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유튜브를 접근성 높은 입구로, 주제 중심 큐레이션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AI·데이터 기초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542032" y="155448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42032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에너지·환경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26864" y="155448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26864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생명·의과학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11696" y="155448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11696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융합 교양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대학의 강좌를 주제별 재생목록으로 묶어 하나의 학습 경로로 제공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1089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학습자는 대학 이름보다 주제로 강좌를 찾음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유튜브에서 발견 → 정규 플랫폼·상세 강좌로 유입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 간 임의 묶음 수강 = STAR-MOOC만의 차별점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③ 구글 워크스페이스 수료 인증 자동화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8F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구축 없이, 구글 폼 + Apps Script로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 시청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(설명란에 폼 링크)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8F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46304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4630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폼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퀴즈·완강 인증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8F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4630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Apps Script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실행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8F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46304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0E8F8B"/>
          </a:solidFill>
          <a:ln w="12700">
            <a:solidFill>
              <a:srgbClr val="0E8F8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4630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수료증 PDF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자동 발송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시스템 구축 비용 거의 없음 (기존 구글 계정 활용)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수료증 발급 업무 자동화로 운영 부담 감소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기준점수(예: 70점)로 최소한의 학습 검증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데이터가 스프레드시트에 자동 누적 → 수강 현황 분석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8F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제안: 특강 1~2개에 시범 적용 후 확대 (학점 인정이 아닌 "이수 인증"으로 위치)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발전 아이디어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8F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저비용으로 실현 가능한 방향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마이크로 크레덴셜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강좌 3개 이수 시 주제별 이수 인증 발급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경로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초급 → 심화 추천 재생목록 제공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학내 교과 연계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비교과·교양·선수학습 자료로 인정 검토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 기획 시리즈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기관 릴레이 "STAR 융합 특강"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29718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개선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조회수·퀴즈 정답률·완강률 분석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29718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커뮤니티·홍보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댓글·폼 Q&amp;A, 고교생·일반인 대상 입문 강좌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 및 제안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단기 (~6개월)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 채널 정비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특강 3~5개 업로드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수료증 자동화 시범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중기 (~1년)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916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기관별 연 1과목 정례화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주제별 재생목록 큐레이션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이수 인증 체계 도입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(2년 내외)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916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데이터 기반 개선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 시리즈 확대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4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튜터 도입 재검토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3375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9FE3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기관별 연 1과목 이상 꾸준히 개발·업로드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단기 강좌·특강 허용 및 유튜브 재활성화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구글 워크스페이스 기반 수료증 자동화 공동 시범 운영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567</Words>
  <Application>Microsoft Office PowerPoint</Application>
  <PresentationFormat>화면 슬라이드 쇼(16:9)</PresentationFormat>
  <Paragraphs>100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2026-09-30T02:31:46Z</dcterms:created>
  <dcterms:modified xsi:type="dcterms:W3CDTF">2026-10-06T04:21:48Z</dcterms:modified>
</cp:coreProperties>
</file>